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8" y="4008405"/>
            <a:ext cx="9151320" cy="1900063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1" y="5725196"/>
            <a:ext cx="9142340" cy="814427"/>
          </a:xfrm>
        </p:spPr>
        <p:txBody>
          <a:bodyPr>
            <a:normAutofit/>
          </a:bodyPr>
          <a:lstStyle>
            <a:lvl1pPr marL="0" indent="0" algn="l">
              <a:buNone/>
              <a:defRPr sz="3733" b="0" i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F435-4D5C-4455-ABA9-370D05D726D0}" type="datetimeFigureOut">
              <a:rPr lang="en-SG" smtClean="0"/>
              <a:t>27/4/2022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FB47-840E-43E5-8715-04C888E23C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2726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85721"/>
            <a:ext cx="10994760" cy="1018033"/>
          </a:xfrm>
        </p:spPr>
        <p:txBody>
          <a:bodyPr>
            <a:normAutofit/>
          </a:bodyPr>
          <a:lstStyle>
            <a:lvl1pPr algn="l">
              <a:defRPr sz="48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21" y="2207361"/>
            <a:ext cx="10994760" cy="4148991"/>
          </a:xfrm>
        </p:spPr>
        <p:txBody>
          <a:bodyPr/>
          <a:lstStyle>
            <a:lvl1pPr algn="l">
              <a:defRPr sz="3733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F435-4D5C-4455-ABA9-370D05D726D0}" type="datetimeFigureOut">
              <a:rPr lang="en-SG" smtClean="0"/>
              <a:t>27/4/2022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FB47-840E-43E5-8715-04C888E23C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22361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795" y="782114"/>
            <a:ext cx="8336893" cy="1018033"/>
          </a:xfrm>
        </p:spPr>
        <p:txBody>
          <a:bodyPr>
            <a:normAutofit/>
          </a:bodyPr>
          <a:lstStyle>
            <a:lvl1pPr algn="l">
              <a:defRPr sz="48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0795" y="2003754"/>
            <a:ext cx="8315915" cy="4458817"/>
          </a:xfrm>
        </p:spPr>
        <p:txBody>
          <a:bodyPr/>
          <a:lstStyle>
            <a:lvl1pPr>
              <a:defRPr sz="3733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F435-4D5C-4455-ABA9-370D05D726D0}" type="datetimeFigureOut">
              <a:rPr lang="en-SG" smtClean="0"/>
              <a:t>27/4/2022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FB47-840E-43E5-8715-04C888E23C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59993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F435-4D5C-4455-ABA9-370D05D726D0}" type="datetimeFigureOut">
              <a:rPr lang="en-SG" smtClean="0"/>
              <a:t>27/4/2022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FB47-840E-43E5-8715-04C888E23C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62795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F435-4D5C-4455-ABA9-370D05D726D0}" type="datetimeFigureOut">
              <a:rPr lang="en-SG" smtClean="0"/>
              <a:t>27/4/2022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FB47-840E-43E5-8715-04C888E23C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37748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843" y="1307310"/>
            <a:ext cx="10769195" cy="1199269"/>
          </a:xfrm>
        </p:spPr>
        <p:txBody>
          <a:bodyPr>
            <a:normAutofit/>
          </a:bodyPr>
          <a:lstStyle>
            <a:lvl1pPr algn="r">
              <a:defRPr sz="4800" baseline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3279" y="2614572"/>
            <a:ext cx="5386917" cy="639763"/>
          </a:xfrm>
        </p:spPr>
        <p:txBody>
          <a:bodyPr anchor="b"/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3279" y="3244435"/>
            <a:ext cx="5386917" cy="3035059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  <a:lvl2pPr algn="ctr">
              <a:defRPr sz="2667">
                <a:solidFill>
                  <a:schemeClr val="bg1"/>
                </a:solidFill>
              </a:defRPr>
            </a:lvl2pPr>
            <a:lvl3pPr algn="ctr">
              <a:defRPr sz="2400">
                <a:solidFill>
                  <a:schemeClr val="bg1"/>
                </a:solidFill>
              </a:defRPr>
            </a:lvl3pPr>
            <a:lvl4pPr algn="ctr">
              <a:defRPr sz="2133">
                <a:solidFill>
                  <a:schemeClr val="bg1"/>
                </a:solidFill>
              </a:defRPr>
            </a:lvl4pPr>
            <a:lvl5pPr algn="ctr">
              <a:defRPr sz="2133">
                <a:solidFill>
                  <a:schemeClr val="bg1"/>
                </a:solidFill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3441" y="2614572"/>
            <a:ext cx="5389033" cy="639763"/>
          </a:xfrm>
        </p:spPr>
        <p:txBody>
          <a:bodyPr anchor="b"/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3441" y="3244435"/>
            <a:ext cx="5389033" cy="3035059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  <a:lvl2pPr algn="ctr">
              <a:defRPr sz="2667">
                <a:solidFill>
                  <a:schemeClr val="bg1"/>
                </a:solidFill>
              </a:defRPr>
            </a:lvl2pPr>
            <a:lvl3pPr algn="ctr">
              <a:defRPr sz="2400">
                <a:solidFill>
                  <a:schemeClr val="bg1"/>
                </a:solidFill>
              </a:defRPr>
            </a:lvl3pPr>
            <a:lvl4pPr algn="ctr">
              <a:defRPr sz="2133">
                <a:solidFill>
                  <a:schemeClr val="bg1"/>
                </a:solidFill>
              </a:defRPr>
            </a:lvl4pPr>
            <a:lvl5pPr algn="ctr">
              <a:defRPr sz="2133">
                <a:solidFill>
                  <a:schemeClr val="bg1"/>
                </a:solidFill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F435-4D5C-4455-ABA9-370D05D726D0}" type="datetimeFigureOut">
              <a:rPr lang="en-SG" smtClean="0"/>
              <a:t>27/4/2022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FB47-840E-43E5-8715-04C888E23C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52981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F435-4D5C-4455-ABA9-370D05D726D0}" type="datetimeFigureOut">
              <a:rPr lang="en-SG" smtClean="0"/>
              <a:t>27/4/2022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FB47-840E-43E5-8715-04C888E23C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51338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F435-4D5C-4455-ABA9-370D05D726D0}" type="datetimeFigureOut">
              <a:rPr lang="en-SG" smtClean="0"/>
              <a:t>27/4/2022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FB47-840E-43E5-8715-04C888E23C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2476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F435-4D5C-4455-ABA9-370D05D726D0}" type="datetimeFigureOut">
              <a:rPr lang="en-SG" smtClean="0"/>
              <a:t>27/4/2022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FB47-840E-43E5-8715-04C888E23C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68835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F435-4D5C-4455-ABA9-370D05D726D0}" type="datetimeFigureOut">
              <a:rPr lang="en-SG" smtClean="0"/>
              <a:t>27/4/2022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FB47-840E-43E5-8715-04C888E23C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02079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F435-4D5C-4455-ABA9-370D05D726D0}" type="datetimeFigureOut">
              <a:rPr lang="en-SG" smtClean="0"/>
              <a:t>27/4/2022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FB47-840E-43E5-8715-04C888E23C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43334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F435-4D5C-4455-ABA9-370D05D726D0}" type="datetimeFigureOut">
              <a:rPr lang="en-SG" smtClean="0"/>
              <a:t>27/4/2022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9FB47-840E-43E5-8715-04C888E23C53}" type="slidenum">
              <a:rPr lang="en-SG" smtClean="0"/>
              <a:t>‹#›</a:t>
            </a:fld>
            <a:endParaRPr lang="en-SG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77967" y="3101618"/>
            <a:ext cx="1951712" cy="702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0504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83F435-4D5C-4455-ABA9-370D05D726D0}" type="datetimeFigureOut">
              <a:rPr lang="en-SG" smtClean="0"/>
              <a:t>27/4/2022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9FB47-840E-43E5-8715-04C888E23C53}" type="slidenum">
              <a:rPr lang="en-SG" smtClean="0"/>
              <a:t>‹#›</a:t>
            </a:fld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/>
        </p:nvSpPr>
        <p:spPr>
          <a:xfrm>
            <a:off x="-12200" y="6951663"/>
            <a:ext cx="11186167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7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867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2049550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SG" dirty="0" smtClean="0"/>
              <a:t/>
            </a:r>
            <a:br>
              <a:rPr lang="en-SG" dirty="0" smtClean="0"/>
            </a:br>
            <a:r>
              <a:rPr lang="en-SG" dirty="0"/>
              <a:t/>
            </a:r>
            <a:br>
              <a:rPr lang="en-SG" dirty="0"/>
            </a:br>
            <a:r>
              <a:rPr lang="en-SG" dirty="0" smtClean="0"/>
              <a:t/>
            </a:r>
            <a:br>
              <a:rPr lang="en-SG" dirty="0" smtClean="0"/>
            </a:br>
            <a:r>
              <a:rPr lang="en-SG" dirty="0"/>
              <a:t/>
            </a:r>
            <a:br>
              <a:rPr lang="en-SG" dirty="0"/>
            </a:br>
            <a:r>
              <a:rPr lang="en-SG" dirty="0" smtClean="0"/>
              <a:t/>
            </a:r>
            <a:br>
              <a:rPr lang="en-SG" dirty="0" smtClean="0"/>
            </a:br>
            <a:r>
              <a:rPr lang="en-SG" dirty="0"/>
              <a:t/>
            </a:r>
            <a:br>
              <a:rPr lang="en-SG" dirty="0"/>
            </a:br>
            <a:r>
              <a:rPr lang="en-SG" dirty="0" smtClean="0"/>
              <a:t/>
            </a:r>
            <a:br>
              <a:rPr lang="en-SG" dirty="0" smtClean="0"/>
            </a:br>
            <a:r>
              <a:rPr lang="en-SG" dirty="0"/>
              <a:t/>
            </a:r>
            <a:br>
              <a:rPr lang="en-SG" dirty="0"/>
            </a:br>
            <a:r>
              <a:rPr lang="en-SG" dirty="0" smtClean="0"/>
              <a:t/>
            </a:r>
            <a:br>
              <a:rPr lang="en-SG" dirty="0" smtClean="0"/>
            </a:br>
            <a:r>
              <a:rPr lang="en-SG" dirty="0"/>
              <a:t/>
            </a:r>
            <a:br>
              <a:rPr lang="en-SG" dirty="0"/>
            </a:br>
            <a:r>
              <a:rPr lang="en-SG" dirty="0" smtClean="0"/>
              <a:t/>
            </a:r>
            <a:br>
              <a:rPr lang="en-SG" dirty="0" smtClean="0"/>
            </a:br>
            <a:r>
              <a:rPr lang="en-SG" dirty="0"/>
              <a:t/>
            </a:r>
            <a:br>
              <a:rPr lang="en-SG" dirty="0"/>
            </a:br>
            <a:r>
              <a:rPr lang="en-SG" dirty="0" smtClean="0"/>
              <a:t/>
            </a:r>
            <a:br>
              <a:rPr lang="en-SG" dirty="0" smtClean="0"/>
            </a:br>
            <a:r>
              <a:rPr lang="en-SG" dirty="0"/>
              <a:t/>
            </a:r>
            <a:br>
              <a:rPr lang="en-SG" dirty="0"/>
            </a:br>
            <a:r>
              <a:rPr lang="en-SG" dirty="0" smtClean="0"/>
              <a:t/>
            </a:r>
            <a:br>
              <a:rPr lang="en-SG" dirty="0" smtClean="0"/>
            </a:br>
            <a:r>
              <a:rPr lang="en-SG" dirty="0"/>
              <a:t/>
            </a:r>
            <a:br>
              <a:rPr lang="en-SG" dirty="0"/>
            </a:br>
            <a:r>
              <a:rPr lang="en-SG" dirty="0" smtClean="0"/>
              <a:t/>
            </a:r>
            <a:br>
              <a:rPr lang="en-SG" dirty="0" smtClean="0"/>
            </a:br>
            <a:r>
              <a:rPr lang="en-SG" dirty="0" smtClean="0"/>
              <a:t/>
            </a:r>
            <a:br>
              <a:rPr lang="en-SG" dirty="0" smtClean="0"/>
            </a:b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809066"/>
            <a:ext cx="7473243" cy="1730557"/>
          </a:xfrm>
        </p:spPr>
        <p:txBody>
          <a:bodyPr>
            <a:noAutofit/>
          </a:bodyPr>
          <a:lstStyle/>
          <a:p>
            <a:r>
              <a:rPr lang="en-SG" sz="8000" dirty="0" smtClean="0">
                <a:solidFill>
                  <a:schemeClr val="tx2">
                    <a:lumMod val="50000"/>
                  </a:schemeClr>
                </a:solidFill>
              </a:rPr>
              <a:t>POWER PLANTS</a:t>
            </a:r>
            <a:endParaRPr lang="en-SG" sz="80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686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>
                <a:solidFill>
                  <a:schemeClr val="accent1">
                    <a:lumMod val="50000"/>
                  </a:schemeClr>
                </a:solidFill>
              </a:rPr>
              <a:t>Introduction</a:t>
            </a:r>
          </a:p>
          <a:p>
            <a:r>
              <a:rPr lang="en-SG" dirty="0" smtClean="0">
                <a:solidFill>
                  <a:schemeClr val="accent1">
                    <a:lumMod val="50000"/>
                  </a:schemeClr>
                </a:solidFill>
              </a:rPr>
              <a:t>History</a:t>
            </a:r>
          </a:p>
          <a:p>
            <a:r>
              <a:rPr lang="en-SG" dirty="0" smtClean="0">
                <a:solidFill>
                  <a:schemeClr val="accent1">
                    <a:lumMod val="50000"/>
                  </a:schemeClr>
                </a:solidFill>
              </a:rPr>
              <a:t>Types Of Power Plants </a:t>
            </a:r>
          </a:p>
          <a:p>
            <a:r>
              <a:rPr lang="en-SG" dirty="0" smtClean="0">
                <a:solidFill>
                  <a:schemeClr val="accent1">
                    <a:lumMod val="50000"/>
                  </a:schemeClr>
                </a:solidFill>
              </a:rPr>
              <a:t>Energy Conversion</a:t>
            </a:r>
            <a:endParaRPr lang="en-SG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146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i="1" dirty="0" smtClean="0">
                <a:solidFill>
                  <a:schemeClr val="tx2">
                    <a:lumMod val="75000"/>
                  </a:schemeClr>
                </a:solidFill>
              </a:rPr>
              <a:t>Introduction:</a:t>
            </a:r>
            <a:endParaRPr lang="en-SG" b="1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SG" dirty="0" smtClean="0">
                <a:solidFill>
                  <a:schemeClr val="tx2">
                    <a:lumMod val="50000"/>
                  </a:schemeClr>
                </a:solidFill>
              </a:rPr>
              <a:t>Many power stations contain one or more generators a rotating machine that converts mechanical power into three phase electric power.</a:t>
            </a:r>
          </a:p>
          <a:p>
            <a:r>
              <a:rPr lang="en-SG" dirty="0" smtClean="0">
                <a:solidFill>
                  <a:schemeClr val="tx2">
                    <a:lumMod val="50000"/>
                  </a:schemeClr>
                </a:solidFill>
              </a:rPr>
              <a:t>The relative motion between a magnetic field and a conductor creates an electric current</a:t>
            </a:r>
          </a:p>
          <a:p>
            <a:r>
              <a:rPr lang="en-SG" dirty="0" smtClean="0">
                <a:solidFill>
                  <a:schemeClr val="tx2">
                    <a:lumMod val="50000"/>
                  </a:schemeClr>
                </a:solidFill>
              </a:rPr>
              <a:t>The energy source harnessed to turn the generator varies widely . Most power stations in the world burn fossil fuels such as coal oil and naturel gas to generate electricity.</a:t>
            </a:r>
          </a:p>
          <a:p>
            <a:r>
              <a:rPr lang="en-SG" dirty="0" smtClean="0">
                <a:solidFill>
                  <a:schemeClr val="tx2">
                    <a:lumMod val="50000"/>
                  </a:schemeClr>
                </a:solidFill>
              </a:rPr>
              <a:t>Low carbon power sources include nuclear power and an increasing use of renewables such as solar , wind , geothermal , and hydroelectric</a:t>
            </a:r>
            <a:endParaRPr lang="en-SG" dirty="0">
              <a:solidFill>
                <a:schemeClr val="tx2">
                  <a:lumMod val="50000"/>
                </a:schemeClr>
              </a:solidFill>
            </a:endParaRPr>
          </a:p>
          <a:p>
            <a:endParaRPr lang="en-SG" dirty="0" smtClean="0">
              <a:solidFill>
                <a:schemeClr val="tx2">
                  <a:lumMod val="50000"/>
                </a:schemeClr>
              </a:solidFill>
            </a:endParaRPr>
          </a:p>
          <a:p>
            <a:endParaRPr lang="en-SG" dirty="0" smtClean="0">
              <a:solidFill>
                <a:schemeClr val="tx2">
                  <a:lumMod val="50000"/>
                </a:schemeClr>
              </a:solidFill>
            </a:endParaRPr>
          </a:p>
          <a:p>
            <a:endParaRPr lang="en-SG" dirty="0" smtClean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374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5400" b="1" i="1" dirty="0" smtClean="0">
                <a:solidFill>
                  <a:schemeClr val="tx2">
                    <a:lumMod val="50000"/>
                  </a:schemeClr>
                </a:solidFill>
              </a:rPr>
              <a:t>History:</a:t>
            </a:r>
            <a:endParaRPr lang="en-SG" sz="5400" b="1" i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999" y="2229939"/>
            <a:ext cx="10994760" cy="4148991"/>
          </a:xfrm>
        </p:spPr>
        <p:txBody>
          <a:bodyPr>
            <a:normAutofit fontScale="40000" lnSpcReduction="20000"/>
          </a:bodyPr>
          <a:lstStyle/>
          <a:p>
            <a:r>
              <a:rPr lang="en-SG" dirty="0" smtClean="0">
                <a:solidFill>
                  <a:schemeClr val="tx2">
                    <a:lumMod val="75000"/>
                  </a:schemeClr>
                </a:solidFill>
              </a:rPr>
              <a:t>In early 1871 Belgian inventor </a:t>
            </a:r>
            <a:r>
              <a:rPr lang="en-SG" dirty="0" err="1" smtClean="0">
                <a:solidFill>
                  <a:schemeClr val="tx2">
                    <a:lumMod val="75000"/>
                  </a:schemeClr>
                </a:solidFill>
              </a:rPr>
              <a:t>Zenobe</a:t>
            </a:r>
            <a:r>
              <a:rPr lang="en-SG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SG" dirty="0" err="1" smtClean="0">
                <a:solidFill>
                  <a:schemeClr val="tx2">
                    <a:lumMod val="75000"/>
                  </a:schemeClr>
                </a:solidFill>
              </a:rPr>
              <a:t>Gramme</a:t>
            </a:r>
            <a:r>
              <a:rPr lang="en-SG" dirty="0" smtClean="0">
                <a:solidFill>
                  <a:schemeClr val="tx2">
                    <a:lumMod val="75000"/>
                  </a:schemeClr>
                </a:solidFill>
              </a:rPr>
              <a:t> invented generator powerful enough to produce power on a commercial scale for industry.</a:t>
            </a:r>
          </a:p>
          <a:p>
            <a:r>
              <a:rPr lang="en-SG" dirty="0" smtClean="0">
                <a:solidFill>
                  <a:schemeClr val="tx2">
                    <a:lumMod val="75000"/>
                  </a:schemeClr>
                </a:solidFill>
              </a:rPr>
              <a:t>In 1878 a hydroelectric power station was designed and built by William, Lord </a:t>
            </a:r>
            <a:r>
              <a:rPr lang="en-SG" dirty="0" err="1" smtClean="0">
                <a:solidFill>
                  <a:schemeClr val="tx2">
                    <a:lumMod val="75000"/>
                  </a:schemeClr>
                </a:solidFill>
              </a:rPr>
              <a:t>Armstorng</a:t>
            </a:r>
            <a:r>
              <a:rPr lang="en-SG" dirty="0" smtClean="0">
                <a:solidFill>
                  <a:schemeClr val="tx2">
                    <a:lumMod val="75000"/>
                  </a:schemeClr>
                </a:solidFill>
              </a:rPr>
              <a:t> at </a:t>
            </a:r>
            <a:r>
              <a:rPr lang="en-SG" dirty="0" err="1" smtClean="0">
                <a:solidFill>
                  <a:schemeClr val="tx2">
                    <a:lumMod val="75000"/>
                  </a:schemeClr>
                </a:solidFill>
              </a:rPr>
              <a:t>Cragside</a:t>
            </a:r>
            <a:r>
              <a:rPr lang="en-SG" dirty="0" smtClean="0">
                <a:solidFill>
                  <a:schemeClr val="tx2">
                    <a:lumMod val="75000"/>
                  </a:schemeClr>
                </a:solidFill>
              </a:rPr>
              <a:t> , England. </a:t>
            </a:r>
          </a:p>
          <a:p>
            <a:r>
              <a:rPr lang="en-SG" dirty="0" smtClean="0">
                <a:solidFill>
                  <a:schemeClr val="tx2">
                    <a:lumMod val="75000"/>
                  </a:schemeClr>
                </a:solidFill>
              </a:rPr>
              <a:t>It used water from lakes on his estate to power </a:t>
            </a:r>
            <a:r>
              <a:rPr lang="en-SG" dirty="0" err="1" smtClean="0">
                <a:solidFill>
                  <a:schemeClr val="tx2">
                    <a:lumMod val="75000"/>
                  </a:schemeClr>
                </a:solidFill>
              </a:rPr>
              <a:t>Slemens</a:t>
            </a:r>
            <a:r>
              <a:rPr lang="en-SG" dirty="0" smtClean="0">
                <a:solidFill>
                  <a:schemeClr val="tx2">
                    <a:lumMod val="75000"/>
                  </a:schemeClr>
                </a:solidFill>
              </a:rPr>
              <a:t> Dynamos. </a:t>
            </a:r>
            <a:endParaRPr lang="en-SG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SG" dirty="0" smtClean="0">
                <a:solidFill>
                  <a:schemeClr val="tx2">
                    <a:lumMod val="75000"/>
                  </a:schemeClr>
                </a:solidFill>
              </a:rPr>
              <a:t>The electricity supplied power to lights , heating , produced hot water. Ran an elevator as well as </a:t>
            </a:r>
            <a:r>
              <a:rPr lang="en-SG" dirty="0" err="1" smtClean="0">
                <a:solidFill>
                  <a:schemeClr val="tx2">
                    <a:lumMod val="75000"/>
                  </a:schemeClr>
                </a:solidFill>
              </a:rPr>
              <a:t>labor</a:t>
            </a:r>
            <a:r>
              <a:rPr lang="en-SG" dirty="0" smtClean="0">
                <a:solidFill>
                  <a:schemeClr val="tx2">
                    <a:lumMod val="75000"/>
                  </a:schemeClr>
                </a:solidFill>
              </a:rPr>
              <a:t> saving devices and farm buildings</a:t>
            </a:r>
          </a:p>
          <a:p>
            <a:pPr marL="0" indent="0">
              <a:buNone/>
            </a:pPr>
            <a:r>
              <a:rPr lang="en-SG" sz="11400" b="1" i="1" dirty="0" smtClean="0">
                <a:solidFill>
                  <a:schemeClr val="tx2">
                    <a:lumMod val="50000"/>
                  </a:schemeClr>
                </a:solidFill>
              </a:rPr>
              <a:t>In 1882</a:t>
            </a:r>
            <a:endParaRPr lang="en-SG" i="1" dirty="0" smtClean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SG" sz="3400" dirty="0" smtClean="0">
                <a:solidFill>
                  <a:schemeClr val="tx2">
                    <a:lumMod val="75000"/>
                  </a:schemeClr>
                </a:solidFill>
              </a:rPr>
              <a:t>In January 1882 the world’s first public coal fired power station. Was built in London , a project of Thomas Edison organized by Edward Johnson. </a:t>
            </a:r>
          </a:p>
          <a:p>
            <a:r>
              <a:rPr lang="en-SG" sz="3400" dirty="0" smtClean="0">
                <a:solidFill>
                  <a:schemeClr val="tx2">
                    <a:lumMod val="75000"/>
                  </a:schemeClr>
                </a:solidFill>
              </a:rPr>
              <a:t>A Babcock &amp; Wilcox boiler powered a93 KW (125 horsepower) steam engine that drove a 27-tonne(27-long-ton)generator.</a:t>
            </a:r>
          </a:p>
          <a:p>
            <a:r>
              <a:rPr lang="en-SG" sz="3400" dirty="0" smtClean="0">
                <a:solidFill>
                  <a:schemeClr val="tx2">
                    <a:lumMod val="75000"/>
                  </a:schemeClr>
                </a:solidFill>
              </a:rPr>
              <a:t>This supplied electricity to </a:t>
            </a:r>
            <a:r>
              <a:rPr lang="en-SG" sz="3400" dirty="0" err="1" smtClean="0">
                <a:solidFill>
                  <a:schemeClr val="tx2">
                    <a:lumMod val="75000"/>
                  </a:schemeClr>
                </a:solidFill>
              </a:rPr>
              <a:t>permises</a:t>
            </a:r>
            <a:r>
              <a:rPr lang="en-SG" sz="3400" dirty="0" smtClean="0">
                <a:solidFill>
                  <a:schemeClr val="tx2">
                    <a:lumMod val="75000"/>
                  </a:schemeClr>
                </a:solidFill>
              </a:rPr>
              <a:t> in the area that could be reached through the culverts of the viaduct without digging up the road, which was the monopoly of the gas companies. </a:t>
            </a:r>
          </a:p>
          <a:p>
            <a:r>
              <a:rPr lang="en-SG" sz="3400" dirty="0" smtClean="0">
                <a:solidFill>
                  <a:schemeClr val="tx2">
                    <a:lumMod val="75000"/>
                  </a:schemeClr>
                </a:solidFill>
              </a:rPr>
              <a:t>The customers included the City Temple and the old Bailey. </a:t>
            </a:r>
            <a:endParaRPr lang="en-SG" sz="34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SG" sz="3400" dirty="0" smtClean="0">
                <a:solidFill>
                  <a:schemeClr val="tx2">
                    <a:lumMod val="75000"/>
                  </a:schemeClr>
                </a:solidFill>
              </a:rPr>
              <a:t>Another important customer was the telegraph Office of the General Post Office, but this could not be reached through the culverts. </a:t>
            </a:r>
            <a:r>
              <a:rPr lang="en-SG" sz="3400" dirty="0" err="1" smtClean="0">
                <a:solidFill>
                  <a:schemeClr val="tx2">
                    <a:lumMod val="75000"/>
                  </a:schemeClr>
                </a:solidFill>
              </a:rPr>
              <a:t>Johnsson</a:t>
            </a:r>
            <a:r>
              <a:rPr lang="en-SG" sz="3400" dirty="0" smtClean="0">
                <a:solidFill>
                  <a:schemeClr val="tx2">
                    <a:lumMod val="75000"/>
                  </a:schemeClr>
                </a:solidFill>
              </a:rPr>
              <a:t> arranged for the supply cable to be run overhead. Via Holborn T AVERN and Newgate.</a:t>
            </a:r>
            <a:endParaRPr lang="en-SG" sz="34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82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0190"/>
            <a:ext cx="11917680" cy="880110"/>
          </a:xfrm>
        </p:spPr>
        <p:txBody>
          <a:bodyPr>
            <a:normAutofit fontScale="90000"/>
          </a:bodyPr>
          <a:lstStyle/>
          <a:p>
            <a:r>
              <a:rPr lang="en-SG" sz="5400" i="1" dirty="0" smtClean="0">
                <a:solidFill>
                  <a:schemeClr val="tx2">
                    <a:lumMod val="75000"/>
                  </a:schemeClr>
                </a:solidFill>
              </a:rPr>
              <a:t>Type Of Power Plant for energy generation:</a:t>
            </a:r>
            <a:endParaRPr lang="en-SG" sz="5400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560320"/>
            <a:ext cx="11025689" cy="3864612"/>
          </a:xfrm>
        </p:spPr>
        <p:txBody>
          <a:bodyPr>
            <a:normAutofit fontScale="77500" lnSpcReduction="20000"/>
          </a:bodyPr>
          <a:lstStyle/>
          <a:p>
            <a:r>
              <a:rPr lang="en-SG" dirty="0" smtClean="0">
                <a:solidFill>
                  <a:schemeClr val="tx2">
                    <a:lumMod val="50000"/>
                  </a:schemeClr>
                </a:solidFill>
              </a:rPr>
              <a:t>Nuclear power plants</a:t>
            </a:r>
          </a:p>
          <a:p>
            <a:r>
              <a:rPr lang="en-SG" dirty="0" smtClean="0">
                <a:solidFill>
                  <a:schemeClr val="tx2">
                    <a:lumMod val="50000"/>
                  </a:schemeClr>
                </a:solidFill>
              </a:rPr>
              <a:t>Hydroelectric power plants</a:t>
            </a:r>
          </a:p>
          <a:p>
            <a:r>
              <a:rPr lang="en-SG" dirty="0" smtClean="0">
                <a:solidFill>
                  <a:schemeClr val="tx2">
                    <a:lumMod val="50000"/>
                  </a:schemeClr>
                </a:solidFill>
              </a:rPr>
              <a:t>Coal fired power plants</a:t>
            </a:r>
          </a:p>
          <a:p>
            <a:r>
              <a:rPr lang="en-SG" dirty="0" smtClean="0">
                <a:solidFill>
                  <a:schemeClr val="tx2">
                    <a:lumMod val="50000"/>
                  </a:schemeClr>
                </a:solidFill>
              </a:rPr>
              <a:t>Diesel fired power plants </a:t>
            </a:r>
          </a:p>
          <a:p>
            <a:r>
              <a:rPr lang="en-SG" dirty="0" smtClean="0">
                <a:solidFill>
                  <a:schemeClr val="tx2">
                    <a:lumMod val="50000"/>
                  </a:schemeClr>
                </a:solidFill>
              </a:rPr>
              <a:t>Geothermal power plants</a:t>
            </a:r>
          </a:p>
          <a:p>
            <a:r>
              <a:rPr lang="en-SG" dirty="0" smtClean="0">
                <a:solidFill>
                  <a:schemeClr val="tx2">
                    <a:lumMod val="50000"/>
                  </a:schemeClr>
                </a:solidFill>
              </a:rPr>
              <a:t>Gas fired power plants</a:t>
            </a:r>
          </a:p>
          <a:p>
            <a:r>
              <a:rPr lang="en-SG" dirty="0" smtClean="0">
                <a:solidFill>
                  <a:schemeClr val="tx2">
                    <a:lumMod val="50000"/>
                  </a:schemeClr>
                </a:solidFill>
              </a:rPr>
              <a:t>Solar power plants</a:t>
            </a:r>
          </a:p>
          <a:p>
            <a:r>
              <a:rPr lang="en-SG" dirty="0" smtClean="0">
                <a:solidFill>
                  <a:schemeClr val="tx2">
                    <a:lumMod val="50000"/>
                  </a:schemeClr>
                </a:solidFill>
              </a:rPr>
              <a:t>Wind power plants</a:t>
            </a:r>
            <a:endParaRPr lang="en-SG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363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i="1" dirty="0" smtClean="0">
                <a:solidFill>
                  <a:schemeClr val="tx2">
                    <a:lumMod val="75000"/>
                  </a:schemeClr>
                </a:solidFill>
              </a:rPr>
              <a:t>Energy conversion</a:t>
            </a:r>
            <a:endParaRPr lang="en-SG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SG" dirty="0" smtClean="0">
                <a:solidFill>
                  <a:schemeClr val="tx2">
                    <a:lumMod val="50000"/>
                  </a:schemeClr>
                </a:solidFill>
              </a:rPr>
              <a:t>The main goal power plants is to take a fuel like </a:t>
            </a:r>
            <a:r>
              <a:rPr lang="en-SG" dirty="0" err="1" smtClean="0">
                <a:solidFill>
                  <a:schemeClr val="tx2">
                    <a:lumMod val="50000"/>
                  </a:schemeClr>
                </a:solidFill>
              </a:rPr>
              <a:t>coal,natural</a:t>
            </a:r>
            <a:r>
              <a:rPr lang="en-SG" dirty="0" smtClean="0">
                <a:solidFill>
                  <a:schemeClr val="tx2">
                    <a:lumMod val="50000"/>
                  </a:schemeClr>
                </a:solidFill>
              </a:rPr>
              <a:t> gas or uranium , and transform it into electricity.</a:t>
            </a:r>
          </a:p>
          <a:p>
            <a:r>
              <a:rPr lang="en-SG" dirty="0" smtClean="0">
                <a:solidFill>
                  <a:schemeClr val="tx2">
                    <a:lumMod val="50000"/>
                  </a:schemeClr>
                </a:solidFill>
              </a:rPr>
              <a:t>This makes power plants an energy conversion </a:t>
            </a:r>
            <a:r>
              <a:rPr lang="en-SG" dirty="0" err="1" smtClean="0">
                <a:solidFill>
                  <a:schemeClr val="tx2">
                    <a:lumMod val="50000"/>
                  </a:schemeClr>
                </a:solidFill>
              </a:rPr>
              <a:t>technology,and</a:t>
            </a:r>
            <a:r>
              <a:rPr lang="en-SG" dirty="0" smtClean="0">
                <a:solidFill>
                  <a:schemeClr val="tx2">
                    <a:lumMod val="50000"/>
                  </a:schemeClr>
                </a:solidFill>
              </a:rPr>
              <a:t> they are the largest energy conversion technologies by far.</a:t>
            </a:r>
          </a:p>
          <a:p>
            <a:r>
              <a:rPr lang="en-SG" dirty="0" smtClean="0">
                <a:solidFill>
                  <a:schemeClr val="tx2">
                    <a:lumMod val="50000"/>
                  </a:schemeClr>
                </a:solidFill>
              </a:rPr>
              <a:t>Other conversion technologies include </a:t>
            </a:r>
            <a:r>
              <a:rPr lang="en-SG" dirty="0" err="1" smtClean="0">
                <a:solidFill>
                  <a:schemeClr val="tx2">
                    <a:lumMod val="50000"/>
                  </a:schemeClr>
                </a:solidFill>
              </a:rPr>
              <a:t>cars,batteries,heaters</a:t>
            </a:r>
            <a:r>
              <a:rPr lang="en-SG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SG" dirty="0">
                <a:solidFill>
                  <a:schemeClr val="tx2">
                    <a:lumMod val="50000"/>
                  </a:schemeClr>
                </a:solidFill>
              </a:rPr>
              <a:t>and </a:t>
            </a:r>
            <a:r>
              <a:rPr lang="en-SG" dirty="0" smtClean="0">
                <a:solidFill>
                  <a:schemeClr val="tx2">
                    <a:lumMod val="50000"/>
                  </a:schemeClr>
                </a:solidFill>
              </a:rPr>
              <a:t>generators</a:t>
            </a:r>
          </a:p>
          <a:p>
            <a:pPr marL="0" indent="0">
              <a:buNone/>
            </a:pPr>
            <a:r>
              <a:rPr lang="en-SG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SG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263781"/>
      </p:ext>
    </p:extLst>
  </p:cSld>
  <p:clrMapOvr>
    <a:masterClrMapping/>
  </p:clrMapOvr>
</p:sld>
</file>

<file path=ppt/theme/theme1.xml><?xml version="1.0" encoding="utf-8"?>
<a:theme xmlns:a="http://schemas.openxmlformats.org/drawingml/2006/main" name="161722-industry-template-16x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161722-industry-template-16x9</Template>
  <TotalTime>117</TotalTime>
  <Words>400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161722-industry-template-16x9</vt:lpstr>
      <vt:lpstr>                  </vt:lpstr>
      <vt:lpstr>PowerPoint Presentation</vt:lpstr>
      <vt:lpstr>Introduction:</vt:lpstr>
      <vt:lpstr>History:</vt:lpstr>
      <vt:lpstr>Type Of Power Plant for energy generation:</vt:lpstr>
      <vt:lpstr>Energy conversion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       </dc:title>
  <dc:creator>User</dc:creator>
  <cp:lastModifiedBy>User</cp:lastModifiedBy>
  <cp:revision>14</cp:revision>
  <dcterms:created xsi:type="dcterms:W3CDTF">2022-04-26T16:19:13Z</dcterms:created>
  <dcterms:modified xsi:type="dcterms:W3CDTF">2022-04-26T18:16:23Z</dcterms:modified>
</cp:coreProperties>
</file>